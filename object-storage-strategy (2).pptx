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1168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 Storage Strategy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22960" y="3017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FC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application storage from Dell ECS to the cloud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" y="41148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7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 evaluated: Azure Blob Storage  ·  Akamai NetStorage  ·  Status quo (Dell ECS)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Engineering  ·  July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options compare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against what our applications actually need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881360" cy="914400"/>
        </p:xfrm>
        <a:graphic>
          <a:graphicData uri="http://schemas.openxmlformats.org/drawingml/2006/table">
            <a:tbl>
              <a:tblPr/>
              <a:tblGrid>
                <a:gridCol w="4297680"/>
                <a:gridCol w="2194560"/>
                <a:gridCol w="2194560"/>
                <a:gridCol w="219456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Dell ECS (today)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Blob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Akamai NetStorage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 / copy / delete at folder level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7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7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335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Instant, reliable file replacement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7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7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7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Works with apps without major rework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7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7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335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security &amp; access control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7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7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335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 tiering &amp; cost controls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335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7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335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hardware for us to own &amp; operate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335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7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7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Built-in disaster recovery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7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7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7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60350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Azure Blob is the only option that meets every application requirement.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operations — the detail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specific operations our applications perform today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88136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377440"/>
                <a:gridCol w="2926080"/>
                <a:gridCol w="292608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Dell ECS (S3)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Blob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Akamai NetStorage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Upload / replace file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7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atomic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7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atomic, instantly visible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07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Overwrite works, but stale copies can serve briefly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Server-side copy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7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(CopyObject)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7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(Copy Blob)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335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must download &amp; re-upload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 / rename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07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Copy + delete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7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Atomic rename with hierarchical namespace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07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Rename within same storage group only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Folder-level delete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07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 + batch delete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7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Recursive delete; batch of 256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07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Async 'quick-delete', must be enabled by Akamai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operations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7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(1,000/request)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7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(256/request)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335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Metadata &amp; tagging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7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7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searchable tags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335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Large-file handling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7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Multipart upload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7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Block-based upload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07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Via transfer tools, not the API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612648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NetStorage cannot copy files server-side — a hard blocker for our workflows.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&amp; access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each option handles identity, permissions, and network isolation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88136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377440"/>
                <a:gridCol w="2926080"/>
                <a:gridCol w="2926080"/>
              </a:tblGrid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Dell ECS (S3)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Blob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Akamai NetStorage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 &amp; authentication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07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 signed requests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7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Entra ID (corporate identity) + scoped tokens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335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account keys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Fine-grained permissions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07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Bucket-level policies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7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Role-based access down to container/file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335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Coarse, per-account only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Private networking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7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On-prem by default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7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Private Endpoints — traffic never leaves our network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335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 internet edge only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Encryption at rest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7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7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with our own keys if required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7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provider managed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&amp; compliance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07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 logging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7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audit logs, immutability, retention policies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335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 on our proxy layer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7F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Pass-through (today)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07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 handling at the proxy — known pattern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07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Akamai signing scheme at the proxy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626364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Blob is the only option that meets enterprise security requirements end-to-end.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&amp; risk picture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3520440" cy="4846320"/>
          </a:xfrm>
          <a:prstGeom prst="roundRect">
            <a:avLst>
              <a:gd name="adj" fmla="val 2078"/>
            </a:avLst>
          </a:prstGeom>
          <a:solidFill>
            <a:srgbClr val="EAF2F8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60020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Dell ECS (status quo)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68680" y="2468880"/>
            <a:ext cx="30632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hardware + our staff time to run, patch, and refresh it.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3675888"/>
            <a:ext cx="30632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Aging platform; disaster recovery is entirely our responsibility.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4882896"/>
            <a:ext cx="30632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effort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— but the liabilities stay with us.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89120" y="1371600"/>
            <a:ext cx="3520440" cy="4846320"/>
          </a:xfrm>
          <a:prstGeom prst="roundRect">
            <a:avLst>
              <a:gd name="adj" fmla="val 2078"/>
            </a:avLst>
          </a:prstGeom>
          <a:solidFill>
            <a:srgbClr val="EAF2F8"/>
          </a:solidFill>
          <a:ln/>
        </p:spPr>
      </p:sp>
      <p:sp>
        <p:nvSpPr>
          <p:cNvPr id="9" name="Text 7"/>
          <p:cNvSpPr/>
          <p:nvPr/>
        </p:nvSpPr>
        <p:spPr>
          <a:xfrm>
            <a:off x="4617720" y="160020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7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Azure Blob (recommended)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617720" y="2468880"/>
            <a:ext cx="30632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Pay-per-use; storage tiering cuts cost of rarely-used data automatically.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17720" y="3675888"/>
            <a:ext cx="30632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app changes to adopt Azure APIs — manageable, well-understood.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17720" y="4882896"/>
            <a:ext cx="30632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effort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Moderate; phased migration with no downtime is standard practice.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38160" y="1371600"/>
            <a:ext cx="3520440" cy="4846320"/>
          </a:xfrm>
          <a:prstGeom prst="roundRect">
            <a:avLst>
              <a:gd name="adj" fmla="val 2078"/>
            </a:avLst>
          </a:prstGeom>
          <a:solidFill>
            <a:srgbClr val="EAF2F8"/>
          </a:solidFill>
          <a:ln/>
        </p:spPr>
      </p:sp>
      <p:sp>
        <p:nvSpPr>
          <p:cNvPr id="14" name="Text 12"/>
          <p:cNvSpPr/>
          <p:nvPr/>
        </p:nvSpPr>
        <p:spPr>
          <a:xfrm>
            <a:off x="8366760" y="160020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335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Akamai NetStorage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366760" y="2468880"/>
            <a:ext cx="30632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Attractive only if bundled with a CDN contract.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366760" y="3675888"/>
            <a:ext cx="30632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core capabilities means workarounds and re-platforming later.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366760" y="4882896"/>
            <a:ext cx="30632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effort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— full app rewrite for a product that still falls short.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2026-07-31T17:00:58Z</dcterms:created>
  <dcterms:modified xsi:type="dcterms:W3CDTF">2026-07-31T17:00:58Z</dcterms:modified>
</cp:coreProperties>
</file>